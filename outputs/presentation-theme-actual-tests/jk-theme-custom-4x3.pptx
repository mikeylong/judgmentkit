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646838a354a2f" /><Relationship Type="http://schemas.openxmlformats.org/officeDocument/2006/relationships/extended-properties" Target="/docProps/app.xml" Id="Rd8f3a7fdc2dd49fb" /><Relationship Type="http://schemas.openxmlformats.org/officeDocument/2006/relationships/officeDocument" Target="/ppt/presentation.xml" Id="R59c092e60e684d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8816dbbee441c"/>
  </p:sldMasterIdLst>
  <p:notesMasterIdLst>
    <p:notesMasterId xmlns:r="http://schemas.openxmlformats.org/officeDocument/2006/relationships" r:id="R6a73e691426d4382"/>
  </p:notesMasterIdLst>
  <p:sldIdLst>
    <p:sldId xmlns:r="http://schemas.openxmlformats.org/officeDocument/2006/relationships" id="256" r:id="R1a7812c3d0744e33"/>
  </p:sldIdLst>
  <p:sldSz cx="9753600" cy="73152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6877004da74268" /><Relationship Type="http://schemas.openxmlformats.org/officeDocument/2006/relationships/slideMaster" Target="/ppt/slideMasters/slideMaster1.xml" Id="R1358816dbbee441c" /><Relationship Type="http://schemas.openxmlformats.org/officeDocument/2006/relationships/notesMaster" Target="/ppt/notesMasters/notesMaster1.xml" Id="R6a73e691426d4382" /><Relationship Type="http://schemas.openxmlformats.org/officeDocument/2006/relationships/presProps" Target="/ppt/presProps.xml" Id="R583f37da90234584" /><Relationship Type="http://schemas.openxmlformats.org/officeDocument/2006/relationships/tableStyles" Target="/ppt/tableStyles.xml" Id="R20ba4418b8474e1e" /><Relationship Type="http://schemas.openxmlformats.org/officeDocument/2006/relationships/slide" Target="/ppt/slides/slide1.xml" Id="R1a7812c3d0744e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87f275c64142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FFFFF"/>
      </a:lt1>
      <a:dk2>
        <a:srgbClr val="666666"/>
      </a:dk2>
      <a:lt2>
        <a:srgbClr val="F4F4F4"/>
      </a:lt2>
      <a:accent1>
        <a:srgbClr val="156082"/>
      </a:accent1>
      <a:accent2>
        <a:srgbClr val="467886"/>
      </a:accent2>
      <a:accent3>
        <a:srgbClr val="2E6B48"/>
      </a:accent3>
      <a:accent4>
        <a:srgbClr val="8A5A16"/>
      </a:accent4>
      <a:accent5>
        <a:srgbClr val="8F342F"/>
      </a:accent5>
      <a:accent6>
        <a:srgbClr val="D9D9D9"/>
      </a:accent6>
      <a:hlink>
        <a:srgbClr val="156082"/>
      </a:hlink>
      <a:folHlink>
        <a:srgbClr val="4678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87aeb13b648cd" /><Relationship Type="http://schemas.openxmlformats.org/officeDocument/2006/relationships/notesMaster" Target="/ppt/notesMasters/notesMaster1.xml" Id="R7b332b55683b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2455cf1b1d44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d5bef1f1fc4a98" /><Relationship Type="http://schemas.openxmlformats.org/officeDocument/2006/relationships/slideLayout" Target="/ppt/slideLayouts/slideLayout1.xml" Id="R7e1287d708c7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1287d708c7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FFFFF"/>
      </a:lt1>
      <a:dk2>
        <a:srgbClr val="666666"/>
      </a:dk2>
      <a:lt2>
        <a:srgbClr val="F4F4F4"/>
      </a:lt2>
      <a:accent1>
        <a:srgbClr val="156082"/>
      </a:accent1>
      <a:accent2>
        <a:srgbClr val="467886"/>
      </a:accent2>
      <a:accent3>
        <a:srgbClr val="2E6B48"/>
      </a:accent3>
      <a:accent4>
        <a:srgbClr val="8A5A16"/>
      </a:accent4>
      <a:accent5>
        <a:srgbClr val="8F342F"/>
      </a:accent5>
      <a:accent6>
        <a:srgbClr val="D9D9D9"/>
      </a:accent6>
      <a:hlink>
        <a:srgbClr val="156082"/>
      </a:hlink>
      <a:folHlink>
        <a:srgbClr val="4678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41ebf70e84eaa" /><Relationship Type="http://schemas.openxmlformats.org/officeDocument/2006/relationships/notesSlide" Target="/ppt/notesSlides/notesSlide1.xml" Id="R7d41fb4b01254d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judgmentkit-title-block-eyebrow">
            <a:extLst xmlns:a="http://schemas.openxmlformats.org/drawingml/2006/main">
              <a:ext uri="{FF2B5EF4-FFF2-40B4-BE49-F238E27FC236}">
                <a16:creationId xmlns:a16="http://schemas.microsoft.com/office/drawing/2014/main" id="{986B193B-BE16-4903-B668-8F10C1D2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838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CUSTOM SIZE CHECK</a:t>
            </a:r>
          </a:p>
        </p:txBody>
      </p:sp>
      <p:sp>
        <p:nvSpPr>
          <p:cNvPr id="2" name="judgmentkit-title-block-title">
            <a:extLst xmlns:a="http://schemas.openxmlformats.org/drawingml/2006/main">
              <a:ext uri="{FF2B5EF4-FFF2-40B4-BE49-F238E27FC236}">
                <a16:creationId xmlns:a16="http://schemas.microsoft.com/office/drawing/2014/main" id="{840DC8A9-3B09-4F03-A638-C99BC643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3820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chemeClr val="tx1"/>
                </a:solidFill>
              </a:defRPr>
            </a:pPr>
            <a:r>
              <a:t>A 4:3 deck should not inherit widescreen component defaults</a:t>
            </a:r>
          </a:p>
        </p:txBody>
      </p:sp>
      <p:sp>
        <p:nvSpPr>
          <p:cNvPr id="3" name="judgmentkit-title-block-subtitle">
            <a:extLst xmlns:a="http://schemas.openxmlformats.org/drawingml/2006/main">
              <a:ext uri="{FF2B5EF4-FFF2-40B4-BE49-F238E27FC236}">
                <a16:creationId xmlns:a16="http://schemas.microsoft.com/office/drawing/2014/main" id="{8BFDAEDA-3B9F-4743-9FE6-6E614DFA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477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chemeClr val="tx2"/>
                </a:solidFill>
              </a:defRPr>
            </a:pPr>
            <a:r>
              <a:t>Default content frames and component widths should match the 1024 by 768 canvas.</a:t>
            </a:r>
          </a:p>
        </p:txBody>
      </p:sp>
      <p:sp>
        <p:nvSpPr>
          <p:cNvPr id="4" name="judgmentkit-metric-tile-surface">
            <a:extLst xmlns:a="http://schemas.openxmlformats.org/drawingml/2006/main">
              <a:ext uri="{FF2B5EF4-FFF2-40B4-BE49-F238E27FC236}">
                <a16:creationId xmlns:a16="http://schemas.microsoft.com/office/drawing/2014/main" id="{6F2B24C4-DC65-4007-8F7C-EE38EA64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654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5" name="judgmentkit-metric-tile-label">
            <a:extLst xmlns:a="http://schemas.openxmlformats.org/drawingml/2006/main">
              <a:ext uri="{FF2B5EF4-FFF2-40B4-BE49-F238E27FC236}">
                <a16:creationId xmlns:a16="http://schemas.microsoft.com/office/drawing/2014/main" id="{6E5E6AC1-7CBC-42AE-A7E0-8546A1C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34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Canvas</a:t>
            </a:r>
          </a:p>
        </p:txBody>
      </p:sp>
      <p:sp>
        <p:nvSpPr>
          <p:cNvPr id="6" name="judgmentkit-metric-tile-value">
            <a:extLst xmlns:a="http://schemas.openxmlformats.org/drawingml/2006/main">
              <a:ext uri="{FF2B5EF4-FFF2-40B4-BE49-F238E27FC236}">
                <a16:creationId xmlns:a16="http://schemas.microsoft.com/office/drawing/2014/main" id="{39CF0A16-7B55-4C91-B036-4D407515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234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4:3</a:t>
            </a:r>
          </a:p>
        </p:txBody>
      </p:sp>
      <p:sp>
        <p:nvSpPr>
          <p:cNvPr id="7" name="judgmentkit-metric-tile-detail">
            <a:extLst xmlns:a="http://schemas.openxmlformats.org/drawingml/2006/main">
              <a:ext uri="{FF2B5EF4-FFF2-40B4-BE49-F238E27FC236}">
                <a16:creationId xmlns:a16="http://schemas.microsoft.com/office/drawing/2014/main" id="{B5BDC038-005D-4D8A-88C9-94368EDF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34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1024 by 768</a:t>
            </a:r>
          </a:p>
        </p:txBody>
      </p:sp>
      <p:sp>
        <p:nvSpPr>
          <p:cNvPr id="8" name="judgmentkit-metric-tile-surface">
            <a:extLst xmlns:a="http://schemas.openxmlformats.org/drawingml/2006/main">
              <a:ext uri="{FF2B5EF4-FFF2-40B4-BE49-F238E27FC236}">
                <a16:creationId xmlns:a16="http://schemas.microsoft.com/office/drawing/2014/main" id="{D07A3148-3A3D-4A22-9F6A-E01FB155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9650" y="3276600"/>
            <a:ext cx="2654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9" name="judgmentkit-metric-tile-label">
            <a:extLst xmlns:a="http://schemas.openxmlformats.org/drawingml/2006/main">
              <a:ext uri="{FF2B5EF4-FFF2-40B4-BE49-F238E27FC236}">
                <a16:creationId xmlns:a16="http://schemas.microsoft.com/office/drawing/2014/main" id="{9A070C93-F8E6-4E2B-948E-BCD25AA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3429000"/>
            <a:ext cx="234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Content</a:t>
            </a:r>
          </a:p>
        </p:txBody>
      </p:sp>
      <p:sp>
        <p:nvSpPr>
          <p:cNvPr id="10" name="judgmentkit-metric-tile-value">
            <a:extLst xmlns:a="http://schemas.openxmlformats.org/drawingml/2006/main">
              <a:ext uri="{FF2B5EF4-FFF2-40B4-BE49-F238E27FC236}">
                <a16:creationId xmlns:a16="http://schemas.microsoft.com/office/drawing/2014/main" id="{64D937F0-0145-4F98-A7F8-1D9BD8AF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3752850"/>
            <a:ext cx="234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880</a:t>
            </a:r>
          </a:p>
        </p:txBody>
      </p:sp>
      <p:sp>
        <p:nvSpPr>
          <p:cNvPr id="11" name="judgmentkit-metric-tile-detail">
            <a:extLst xmlns:a="http://schemas.openxmlformats.org/drawingml/2006/main">
              <a:ext uri="{FF2B5EF4-FFF2-40B4-BE49-F238E27FC236}">
                <a16:creationId xmlns:a16="http://schemas.microsoft.com/office/drawing/2014/main" id="{959642AA-043A-49BE-91D2-426035CB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50" y="4419600"/>
            <a:ext cx="234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Scoped frame width</a:t>
            </a:r>
          </a:p>
        </p:txBody>
      </p:sp>
      <p:sp>
        <p:nvSpPr>
          <p:cNvPr id="12" name="judgmentkit-metric-tile-surface">
            <a:extLst xmlns:a="http://schemas.openxmlformats.org/drawingml/2006/main">
              <a:ext uri="{FF2B5EF4-FFF2-40B4-BE49-F238E27FC236}">
                <a16:creationId xmlns:a16="http://schemas.microsoft.com/office/drawing/2014/main" id="{462FA16A-B42D-4F9A-8DCD-025BE6A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76600"/>
            <a:ext cx="2654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3" name="judgmentkit-metric-tile-label">
            <a:extLst xmlns:a="http://schemas.openxmlformats.org/drawingml/2006/main">
              <a:ext uri="{FF2B5EF4-FFF2-40B4-BE49-F238E27FC236}">
                <a16:creationId xmlns:a16="http://schemas.microsoft.com/office/drawing/2014/main" id="{92253B77-2158-4CA3-BE0A-7944F8A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0" y="3429000"/>
            <a:ext cx="234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chemeClr val="tx2"/>
                </a:solidFill>
              </a:defRPr>
            </a:pPr>
            <a:r>
              <a:t>Margin</a:t>
            </a:r>
          </a:p>
        </p:txBody>
      </p:sp>
      <p:sp>
        <p:nvSpPr>
          <p:cNvPr id="14" name="judgmentkit-metric-tile-value">
            <a:extLst xmlns:a="http://schemas.openxmlformats.org/drawingml/2006/main">
              <a:ext uri="{FF2B5EF4-FFF2-40B4-BE49-F238E27FC236}">
                <a16:creationId xmlns:a16="http://schemas.microsoft.com/office/drawing/2014/main" id="{D5C85EA9-FABA-4816-9B69-816F0CF1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0" y="3752850"/>
            <a:ext cx="2349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chemeClr val="tx1"/>
                </a:solidFill>
              </a:defRPr>
            </a:pPr>
            <a:r>
              <a:t>72</a:t>
            </a:r>
          </a:p>
        </p:txBody>
      </p:sp>
      <p:sp>
        <p:nvSpPr>
          <p:cNvPr id="15" name="judgmentkit-metric-tile-detail">
            <a:extLst xmlns:a="http://schemas.openxmlformats.org/drawingml/2006/main">
              <a:ext uri="{FF2B5EF4-FFF2-40B4-BE49-F238E27FC236}">
                <a16:creationId xmlns:a16="http://schemas.microsoft.com/office/drawing/2014/main" id="{A94FA5CD-6D79-4499-BDD9-8FE9583F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900" y="4419600"/>
            <a:ext cx="2349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chemeClr val="tx1"/>
                </a:solidFill>
              </a:defRPr>
            </a:pPr>
            <a:r>
              <a:t>Equal left and right</a:t>
            </a:r>
          </a:p>
        </p:txBody>
      </p:sp>
      <p:sp>
        <p:nvSpPr>
          <p:cNvPr id="16" name="judgmentkit-evidence-panel-surface">
            <a:extLst xmlns:a="http://schemas.openxmlformats.org/drawingml/2006/main">
              <a:ext uri="{FF2B5EF4-FFF2-40B4-BE49-F238E27FC236}">
                <a16:creationId xmlns:a16="http://schemas.microsoft.com/office/drawing/2014/main" id="{A8FB7218-461E-427F-8408-32B8DC5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8382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 w="9525">
            <a:solidFill>
              <a:schemeClr val="accent6"/>
            </a:solidFill>
            <a:prstDash val="solid"/>
          </a:ln>
        </p:spPr>
      </p:sp>
      <p:sp>
        <p:nvSpPr>
          <p:cNvPr id="17" name="judgmentkit-evidence-panel-title">
            <a:extLst xmlns:a="http://schemas.openxmlformats.org/drawingml/2006/main">
              <a:ext uri="{FF2B5EF4-FFF2-40B4-BE49-F238E27FC236}">
                <a16:creationId xmlns:a16="http://schemas.microsoft.com/office/drawing/2014/main" id="{E489EE31-AC54-48D2-8550-3F2B1E3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803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chemeClr val="tx1"/>
                </a:solidFill>
              </a:defRPr>
            </a:pPr>
            <a:r>
              <a:t>Expected visual result</a:t>
            </a:r>
          </a:p>
        </p:txBody>
      </p:sp>
      <p:sp>
        <p:nvSpPr>
          <p:cNvPr id="18" name="judgmentkit-evidence-panel-body">
            <a:extLst xmlns:a="http://schemas.openxmlformats.org/drawingml/2006/main">
              <a:ext uri="{FF2B5EF4-FFF2-40B4-BE49-F238E27FC236}">
                <a16:creationId xmlns:a16="http://schemas.microsoft.com/office/drawing/2014/main" id="{76DE2DC1-2253-419F-9C3C-0B346CD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80391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The three tiles should align within the narrower canvas.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The evidence panel should end before the right edge.</a:t>
            </a:r>
          </a:p>
          <a:p xmlns:a="http://schemas.openxmlformats.org/drawingml/2006/main">
            <a:pPr algn="l">
              <a:defRPr sz="1350" b="0">
                <a:solidFill>
                  <a:schemeClr val="tx1"/>
                </a:solidFill>
              </a:defRPr>
            </a:pPr>
            <a:r>
              <a:t>No text should wrap into adjacent elements.</a:t>
            </a:r>
          </a:p>
        </p:txBody>
      </p:sp>
    </p:spTree>
    <p:extLst>
      <p:ext uri="{BB962C8B-B14F-4D97-AF65-F5344CB8AC3E}">
        <p14:creationId xmlns:p14="http://schemas.microsoft.com/office/powerpoint/2010/main" val="612106590"/>
      </p:ext>
    </p:extLst>
  </p:cSld>
</p:sld>
</file>

<file path=ppt/theme/theme1.xml><?xml version="1.0" encoding="utf-8"?>
<a:theme xmlns:a="http://schemas.openxmlformats.org/drawingml/2006/main" name="ChatGPT">
  <a:themeElements>
    <a:clrScheme name="JudgmentKit Light">
      <a:dk1>
        <a:srgbClr val="171717"/>
      </a:dk1>
      <a:lt1>
        <a:srgbClr val="FFFFFF"/>
      </a:lt1>
      <a:dk2>
        <a:srgbClr val="666666"/>
      </a:dk2>
      <a:lt2>
        <a:srgbClr val="F4F4F4"/>
      </a:lt2>
      <a:accent1>
        <a:srgbClr val="156082"/>
      </a:accent1>
      <a:accent2>
        <a:srgbClr val="467886"/>
      </a:accent2>
      <a:accent3>
        <a:srgbClr val="2E6B48"/>
      </a:accent3>
      <a:accent4>
        <a:srgbClr val="8A5A16"/>
      </a:accent4>
      <a:accent5>
        <a:srgbClr val="8F342F"/>
      </a:accent5>
      <a:accent6>
        <a:srgbClr val="D9D9D9"/>
      </a:accent6>
      <a:hlink>
        <a:srgbClr val="156082"/>
      </a:hlink>
      <a:folHlink>
        <a:srgbClr val="46788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JudgmentKit Ligh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2026-07-05T21:22:01.4850000Z</dcterms:created>
  <dcterms:modified xsi:type="dcterms:W3CDTF">2026-07-05T21:22:01.4850000Z</dcterms:modified>
</coreProperties>
</file>