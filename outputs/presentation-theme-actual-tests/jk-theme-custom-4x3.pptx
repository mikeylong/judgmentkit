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ff52436ef1d43d8" /><Relationship Type="http://schemas.openxmlformats.org/officeDocument/2006/relationships/extended-properties" Target="/docProps/app.xml" Id="R71be255ee04d4bc7" /><Relationship Type="http://schemas.openxmlformats.org/officeDocument/2006/relationships/officeDocument" Target="/ppt/presentation.xml" Id="R4914ac3767054a1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6da2bceafca44ee"/>
  </p:sldMasterIdLst>
  <p:notesMasterIdLst>
    <p:notesMasterId xmlns:r="http://schemas.openxmlformats.org/officeDocument/2006/relationships" r:id="R2fd041a1a5854fd6"/>
  </p:notesMasterIdLst>
  <p:sldIdLst>
    <p:sldId xmlns:r="http://schemas.openxmlformats.org/officeDocument/2006/relationships" id="256" r:id="R09215ad6f68348a2"/>
  </p:sldIdLst>
  <p:sldSz cx="9753600" cy="73152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9f74667dd3c4e51" /><Relationship Type="http://schemas.openxmlformats.org/officeDocument/2006/relationships/slideMaster" Target="/ppt/slideMasters/slideMaster1.xml" Id="Re6da2bceafca44ee" /><Relationship Type="http://schemas.openxmlformats.org/officeDocument/2006/relationships/notesMaster" Target="/ppt/notesMasters/notesMaster1.xml" Id="R2fd041a1a5854fd6" /><Relationship Type="http://schemas.openxmlformats.org/officeDocument/2006/relationships/presProps" Target="/ppt/presProps.xml" Id="R766a3f52df354be7" /><Relationship Type="http://schemas.openxmlformats.org/officeDocument/2006/relationships/tableStyles" Target="/ppt/tableStyles.xml" Id="R1579fce45a2a4ff6" /><Relationship Type="http://schemas.openxmlformats.org/officeDocument/2006/relationships/slide" Target="/ppt/slides/slide1.xml" Id="R09215ad6f68348a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b5a4d14833f4bf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JudgmentKit Light">
      <a:dk1>
        <a:srgbClr val="171717"/>
      </a:dk1>
      <a:lt1>
        <a:srgbClr val="F8F7F2"/>
      </a:lt1>
      <a:dk2>
        <a:srgbClr val="61615C"/>
      </a:dk2>
      <a:lt2>
        <a:srgbClr val="FFFFFF"/>
      </a:lt2>
      <a:accent1>
        <a:srgbClr val="245F73"/>
      </a:accent1>
      <a:accent2>
        <a:srgbClr val="23615F"/>
      </a:accent2>
      <a:accent3>
        <a:srgbClr val="2E6B48"/>
      </a:accent3>
      <a:accent4>
        <a:srgbClr val="8A5A16"/>
      </a:accent4>
      <a:accent5>
        <a:srgbClr val="8F342F"/>
      </a:accent5>
      <a:accent6>
        <a:srgbClr val="D7D3C8"/>
      </a:accent6>
      <a:hlink>
        <a:srgbClr val="245F73"/>
      </a:hlink>
      <a:folHlink>
        <a:srgbClr val="23615F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JudgmentKit Ligh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bd6e34ab7374394" /><Relationship Type="http://schemas.openxmlformats.org/officeDocument/2006/relationships/notesMaster" Target="/ppt/notesMasters/notesMaster1.xml" Id="Rad41f5c3ae7043f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ded769fe95492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13e39a0efc646b1" /><Relationship Type="http://schemas.openxmlformats.org/officeDocument/2006/relationships/slideLayout" Target="/ppt/slideLayouts/slideLayout1.xml" Id="Rbaf06ec03f7e4fc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af06ec03f7e4fc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JudgmentKit Light">
      <a:dk1>
        <a:srgbClr val="171717"/>
      </a:dk1>
      <a:lt1>
        <a:srgbClr val="F8F7F2"/>
      </a:lt1>
      <a:dk2>
        <a:srgbClr val="61615C"/>
      </a:dk2>
      <a:lt2>
        <a:srgbClr val="FFFFFF"/>
      </a:lt2>
      <a:accent1>
        <a:srgbClr val="245F73"/>
      </a:accent1>
      <a:accent2>
        <a:srgbClr val="23615F"/>
      </a:accent2>
      <a:accent3>
        <a:srgbClr val="2E6B48"/>
      </a:accent3>
      <a:accent4>
        <a:srgbClr val="8A5A16"/>
      </a:accent4>
      <a:accent5>
        <a:srgbClr val="8F342F"/>
      </a:accent5>
      <a:accent6>
        <a:srgbClr val="D7D3C8"/>
      </a:accent6>
      <a:hlink>
        <a:srgbClr val="245F73"/>
      </a:hlink>
      <a:folHlink>
        <a:srgbClr val="23615F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JudgmentKit Ligh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a15ff87e96404d" /><Relationship Type="http://schemas.openxmlformats.org/officeDocument/2006/relationships/notesSlide" Target="/ppt/notesSlides/notesSlide1.xml" Id="R062b462fef194f5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judgmentkit-title-block-eyebrow">
            <a:extLst xmlns:a="http://schemas.openxmlformats.org/drawingml/2006/main">
              <a:ext uri="{FF2B5EF4-FFF2-40B4-BE49-F238E27FC236}">
                <a16:creationId xmlns:a16="http://schemas.microsoft.com/office/drawing/2014/main" id="{D6F6354D-D760-4736-B642-38E900BFF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8382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chemeClr val="tx2"/>
                </a:solidFill>
              </a:defRPr>
            </a:pPr>
            <a:r>
              <a:t>CUSTOM SIZE CHECK</a:t>
            </a:r>
          </a:p>
        </p:txBody>
      </p:sp>
      <p:sp>
        <p:nvSpPr>
          <p:cNvPr id="2" name="judgmentkit-title-block-title">
            <a:extLst xmlns:a="http://schemas.openxmlformats.org/drawingml/2006/main">
              <a:ext uri="{FF2B5EF4-FFF2-40B4-BE49-F238E27FC236}">
                <a16:creationId xmlns:a16="http://schemas.microsoft.com/office/drawing/2014/main" id="{2E351F6A-EF22-4BE3-BF54-5EF92D45B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8382000" cy="933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chemeClr val="tx1"/>
                </a:solidFill>
              </a:defRPr>
            </a:pPr>
            <a:r>
              <a:t>A 4:3 deck should not inherit widescreen component defaults</a:t>
            </a:r>
          </a:p>
        </p:txBody>
      </p:sp>
      <p:sp>
        <p:nvSpPr>
          <p:cNvPr id="3" name="judgmentkit-title-block-subtitle">
            <a:extLst xmlns:a="http://schemas.openxmlformats.org/drawingml/2006/main">
              <a:ext uri="{FF2B5EF4-FFF2-40B4-BE49-F238E27FC236}">
                <a16:creationId xmlns:a16="http://schemas.microsoft.com/office/drawing/2014/main" id="{1987D2D9-FFE6-49FC-B831-02CCF1C43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647700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chemeClr val="tx2"/>
                </a:solidFill>
              </a:defRPr>
            </a:pPr>
            <a:r>
              <a:t>Default content frames and component widths should match the 1024 by 768 canvas.</a:t>
            </a:r>
          </a:p>
        </p:txBody>
      </p:sp>
      <p:sp>
        <p:nvSpPr>
          <p:cNvPr id="4" name="judgmentkit-metric-tile-surface">
            <a:extLst xmlns:a="http://schemas.openxmlformats.org/drawingml/2006/main">
              <a:ext uri="{FF2B5EF4-FFF2-40B4-BE49-F238E27FC236}">
                <a16:creationId xmlns:a16="http://schemas.microsoft.com/office/drawing/2014/main" id="{BA1F22E3-5B71-4419-8549-4F5BB0A34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76600"/>
            <a:ext cx="26543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9525">
            <a:solidFill>
              <a:schemeClr val="accent6"/>
            </a:solidFill>
            <a:prstDash val="solid"/>
          </a:ln>
        </p:spPr>
      </p:sp>
      <p:sp>
        <p:nvSpPr>
          <p:cNvPr id="5" name="judgmentkit-metric-tile-label">
            <a:extLst xmlns:a="http://schemas.openxmlformats.org/drawingml/2006/main">
              <a:ext uri="{FF2B5EF4-FFF2-40B4-BE49-F238E27FC236}">
                <a16:creationId xmlns:a16="http://schemas.microsoft.com/office/drawing/2014/main" id="{E806D03E-A380-4F94-8D3B-09FF5D51B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29000"/>
            <a:ext cx="2349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chemeClr val="tx2"/>
                </a:solidFill>
              </a:defRPr>
            </a:pPr>
            <a:r>
              <a:t>Canvas</a:t>
            </a:r>
          </a:p>
        </p:txBody>
      </p:sp>
      <p:sp>
        <p:nvSpPr>
          <p:cNvPr id="6" name="judgmentkit-metric-tile-value">
            <a:extLst xmlns:a="http://schemas.openxmlformats.org/drawingml/2006/main">
              <a:ext uri="{FF2B5EF4-FFF2-40B4-BE49-F238E27FC236}">
                <a16:creationId xmlns:a16="http://schemas.microsoft.com/office/drawing/2014/main" id="{2448672C-4928-4994-A950-8535BE29C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52850"/>
            <a:ext cx="2349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chemeClr val="tx1"/>
                </a:solidFill>
              </a:defRPr>
            </a:pPr>
            <a:r>
              <a:t>4:3</a:t>
            </a:r>
          </a:p>
        </p:txBody>
      </p:sp>
      <p:sp>
        <p:nvSpPr>
          <p:cNvPr id="7" name="judgmentkit-metric-tile-detail">
            <a:extLst xmlns:a="http://schemas.openxmlformats.org/drawingml/2006/main">
              <a:ext uri="{FF2B5EF4-FFF2-40B4-BE49-F238E27FC236}">
                <a16:creationId xmlns:a16="http://schemas.microsoft.com/office/drawing/2014/main" id="{43AD7768-3A16-494D-986F-E809C4F64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19600"/>
            <a:ext cx="2349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chemeClr val="tx1"/>
                </a:solidFill>
              </a:defRPr>
            </a:pPr>
            <a:r>
              <a:t>1024 by 768</a:t>
            </a:r>
          </a:p>
        </p:txBody>
      </p:sp>
      <p:sp>
        <p:nvSpPr>
          <p:cNvPr id="8" name="judgmentkit-metric-tile-surface">
            <a:extLst xmlns:a="http://schemas.openxmlformats.org/drawingml/2006/main">
              <a:ext uri="{FF2B5EF4-FFF2-40B4-BE49-F238E27FC236}">
                <a16:creationId xmlns:a16="http://schemas.microsoft.com/office/drawing/2014/main" id="{427A76F1-533E-49FD-A841-4C096A686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9650" y="3276600"/>
            <a:ext cx="26543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9525">
            <a:solidFill>
              <a:schemeClr val="accent6"/>
            </a:solidFill>
            <a:prstDash val="solid"/>
          </a:ln>
        </p:spPr>
      </p:sp>
      <p:sp>
        <p:nvSpPr>
          <p:cNvPr id="9" name="judgmentkit-metric-tile-label">
            <a:extLst xmlns:a="http://schemas.openxmlformats.org/drawingml/2006/main">
              <a:ext uri="{FF2B5EF4-FFF2-40B4-BE49-F238E27FC236}">
                <a16:creationId xmlns:a16="http://schemas.microsoft.com/office/drawing/2014/main" id="{50AA5B0E-2144-4BED-B800-81292084E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2050" y="3429000"/>
            <a:ext cx="2349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chemeClr val="tx2"/>
                </a:solidFill>
              </a:defRPr>
            </a:pPr>
            <a:r>
              <a:t>Content</a:t>
            </a:r>
          </a:p>
        </p:txBody>
      </p:sp>
      <p:sp>
        <p:nvSpPr>
          <p:cNvPr id="10" name="judgmentkit-metric-tile-value">
            <a:extLst xmlns:a="http://schemas.openxmlformats.org/drawingml/2006/main">
              <a:ext uri="{FF2B5EF4-FFF2-40B4-BE49-F238E27FC236}">
                <a16:creationId xmlns:a16="http://schemas.microsoft.com/office/drawing/2014/main" id="{5720E9EA-5A43-461D-AF1F-513A484B7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2050" y="3752850"/>
            <a:ext cx="2349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chemeClr val="tx1"/>
                </a:solidFill>
              </a:defRPr>
            </a:pPr>
            <a:r>
              <a:t>880</a:t>
            </a:r>
          </a:p>
        </p:txBody>
      </p:sp>
      <p:sp>
        <p:nvSpPr>
          <p:cNvPr id="11" name="judgmentkit-metric-tile-detail">
            <a:extLst xmlns:a="http://schemas.openxmlformats.org/drawingml/2006/main">
              <a:ext uri="{FF2B5EF4-FFF2-40B4-BE49-F238E27FC236}">
                <a16:creationId xmlns:a16="http://schemas.microsoft.com/office/drawing/2014/main" id="{6C375D7D-6BE3-4873-9B72-46BFA286E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2050" y="4419600"/>
            <a:ext cx="2349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chemeClr val="tx1"/>
                </a:solidFill>
              </a:defRPr>
            </a:pPr>
            <a:r>
              <a:t>Scoped frame width</a:t>
            </a:r>
          </a:p>
        </p:txBody>
      </p:sp>
      <p:sp>
        <p:nvSpPr>
          <p:cNvPr id="12" name="judgmentkit-metric-tile-surface">
            <a:extLst xmlns:a="http://schemas.openxmlformats.org/drawingml/2006/main">
              <a:ext uri="{FF2B5EF4-FFF2-40B4-BE49-F238E27FC236}">
                <a16:creationId xmlns:a16="http://schemas.microsoft.com/office/drawing/2014/main" id="{1A20E9D4-CF24-4F3F-90DB-7096D2C67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3500" y="3276600"/>
            <a:ext cx="26543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9525">
            <a:solidFill>
              <a:schemeClr val="accent6"/>
            </a:solidFill>
            <a:prstDash val="solid"/>
          </a:ln>
        </p:spPr>
      </p:sp>
      <p:sp>
        <p:nvSpPr>
          <p:cNvPr id="13" name="judgmentkit-metric-tile-label">
            <a:extLst xmlns:a="http://schemas.openxmlformats.org/drawingml/2006/main">
              <a:ext uri="{FF2B5EF4-FFF2-40B4-BE49-F238E27FC236}">
                <a16:creationId xmlns:a16="http://schemas.microsoft.com/office/drawing/2014/main" id="{7F53CFDA-6DA4-4CF6-99F4-0DB3A8A6C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900" y="3429000"/>
            <a:ext cx="2349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chemeClr val="tx2"/>
                </a:solidFill>
              </a:defRPr>
            </a:pPr>
            <a:r>
              <a:t>Margin</a:t>
            </a:r>
          </a:p>
        </p:txBody>
      </p:sp>
      <p:sp>
        <p:nvSpPr>
          <p:cNvPr id="14" name="judgmentkit-metric-tile-value">
            <a:extLst xmlns:a="http://schemas.openxmlformats.org/drawingml/2006/main">
              <a:ext uri="{FF2B5EF4-FFF2-40B4-BE49-F238E27FC236}">
                <a16:creationId xmlns:a16="http://schemas.microsoft.com/office/drawing/2014/main" id="{F634107A-45BE-4984-9771-68FE38854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900" y="3752850"/>
            <a:ext cx="2349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chemeClr val="tx1"/>
                </a:solidFill>
              </a:defRPr>
            </a:pPr>
            <a:r>
              <a:t>72</a:t>
            </a:r>
          </a:p>
        </p:txBody>
      </p:sp>
      <p:sp>
        <p:nvSpPr>
          <p:cNvPr id="15" name="judgmentkit-metric-tile-detail">
            <a:extLst xmlns:a="http://schemas.openxmlformats.org/drawingml/2006/main">
              <a:ext uri="{FF2B5EF4-FFF2-40B4-BE49-F238E27FC236}">
                <a16:creationId xmlns:a16="http://schemas.microsoft.com/office/drawing/2014/main" id="{39D646D8-6A69-4924-921F-CD5C8AE5D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900" y="4419600"/>
            <a:ext cx="2349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chemeClr val="tx1"/>
                </a:solidFill>
              </a:defRPr>
            </a:pPr>
            <a:r>
              <a:t>Equal left and right</a:t>
            </a:r>
          </a:p>
        </p:txBody>
      </p:sp>
      <p:sp>
        <p:nvSpPr>
          <p:cNvPr id="16" name="judgmentkit-evidence-panel-surface">
            <a:extLst xmlns:a="http://schemas.openxmlformats.org/drawingml/2006/main">
              <a:ext uri="{FF2B5EF4-FFF2-40B4-BE49-F238E27FC236}">
                <a16:creationId xmlns:a16="http://schemas.microsoft.com/office/drawing/2014/main" id="{BB5FFCB9-0D03-4931-B6DB-991C68BAE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67300"/>
            <a:ext cx="83820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9525">
            <a:solidFill>
              <a:schemeClr val="accent6"/>
            </a:solidFill>
            <a:prstDash val="solid"/>
          </a:ln>
        </p:spPr>
      </p:sp>
      <p:sp>
        <p:nvSpPr>
          <p:cNvPr id="17" name="judgmentkit-evidence-panel-title">
            <a:extLst xmlns:a="http://schemas.openxmlformats.org/drawingml/2006/main">
              <a:ext uri="{FF2B5EF4-FFF2-40B4-BE49-F238E27FC236}">
                <a16:creationId xmlns:a16="http://schemas.microsoft.com/office/drawing/2014/main" id="{32487F9F-BC69-413A-AF96-39E2C66A9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38750"/>
            <a:ext cx="8039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chemeClr val="tx1"/>
                </a:solidFill>
              </a:defRPr>
            </a:pPr>
            <a:r>
              <a:t>Expected visual result</a:t>
            </a:r>
          </a:p>
        </p:txBody>
      </p:sp>
      <p:sp>
        <p:nvSpPr>
          <p:cNvPr id="18" name="judgmentkit-evidence-panel-body">
            <a:extLst xmlns:a="http://schemas.openxmlformats.org/drawingml/2006/main">
              <a:ext uri="{FF2B5EF4-FFF2-40B4-BE49-F238E27FC236}">
                <a16:creationId xmlns:a16="http://schemas.microsoft.com/office/drawing/2014/main" id="{5C6C515C-30BF-456A-A0C6-A069C9B51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95950"/>
            <a:ext cx="80391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chemeClr val="tx1"/>
                </a:solidFill>
              </a:defRPr>
            </a:pPr>
            <a:r>
              <a:t>The three tiles should align within the narrower canvas.</a:t>
            </a:r>
          </a:p>
          <a:p xmlns:a="http://schemas.openxmlformats.org/drawingml/2006/main">
            <a:pPr algn="l">
              <a:defRPr sz="1350" b="0">
                <a:solidFill>
                  <a:schemeClr val="tx1"/>
                </a:solidFill>
              </a:defRPr>
            </a:pPr>
            <a:r>
              <a:t>The evidence panel should end before the right edge.</a:t>
            </a:r>
          </a:p>
          <a:p xmlns:a="http://schemas.openxmlformats.org/drawingml/2006/main">
            <a:pPr algn="l">
              <a:defRPr sz="1350" b="0">
                <a:solidFill>
                  <a:schemeClr val="tx1"/>
                </a:solidFill>
              </a:defRPr>
            </a:pPr>
            <a:r>
              <a:t>No text should wrap into adjacent elements.</a:t>
            </a:r>
          </a:p>
        </p:txBody>
      </p:sp>
    </p:spTree>
    <p:extLst>
      <p:ext uri="{BB962C8B-B14F-4D97-AF65-F5344CB8AC3E}">
        <p14:creationId xmlns:p14="http://schemas.microsoft.com/office/powerpoint/2010/main" val="320772414"/>
      </p:ext>
    </p:extLst>
  </p:cSld>
</p:sld>
</file>

<file path=ppt/theme/theme1.xml><?xml version="1.0" encoding="utf-8"?>
<a:theme xmlns:a="http://schemas.openxmlformats.org/drawingml/2006/main" name="ChatGPT">
  <a:themeElements>
    <a:clrScheme name="JudgmentKit Light">
      <a:dk1>
        <a:srgbClr val="171717"/>
      </a:dk1>
      <a:lt1>
        <a:srgbClr val="F8F7F2"/>
      </a:lt1>
      <a:dk2>
        <a:srgbClr val="61615C"/>
      </a:dk2>
      <a:lt2>
        <a:srgbClr val="FFFFFF"/>
      </a:lt2>
      <a:accent1>
        <a:srgbClr val="245F73"/>
      </a:accent1>
      <a:accent2>
        <a:srgbClr val="23615F"/>
      </a:accent2>
      <a:accent3>
        <a:srgbClr val="2E6B48"/>
      </a:accent3>
      <a:accent4>
        <a:srgbClr val="8A5A16"/>
      </a:accent4>
      <a:accent5>
        <a:srgbClr val="8F342F"/>
      </a:accent5>
      <a:accent6>
        <a:srgbClr val="D7D3C8"/>
      </a:accent6>
      <a:hlink>
        <a:srgbClr val="245F73"/>
      </a:hlink>
      <a:folHlink>
        <a:srgbClr val="23615F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JudgmentKit Ligh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2026-07-05T01:34:25.9780000Z</dcterms:created>
  <dcterms:modified xsi:type="dcterms:W3CDTF">2026-07-05T01:34:25.9780000Z</dcterms:modified>
</coreProperties>
</file>