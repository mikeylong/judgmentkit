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8684cd4e2f4803" /><Relationship Type="http://schemas.openxmlformats.org/officeDocument/2006/relationships/extended-properties" Target="/docProps/app.xml" Id="R70470cea1280468a" /><Relationship Type="http://schemas.openxmlformats.org/officeDocument/2006/relationships/officeDocument" Target="/ppt/presentation.xml" Id="R32d7d32a8a4741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9b34ba94a9480c"/>
  </p:sldMasterIdLst>
  <p:notesMasterIdLst>
    <p:notesMasterId xmlns:r="http://schemas.openxmlformats.org/officeDocument/2006/relationships" r:id="R5bab036d5a1b47ce"/>
  </p:notesMasterIdLst>
  <p:sldIdLst>
    <p:sldId xmlns:r="http://schemas.openxmlformats.org/officeDocument/2006/relationships" id="256" r:id="Rb5722c7ec3e548f8"/>
  </p:sldIdLst>
  <p:sldSz cx="9753600" cy="73152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52a9ef7c8740ad" /><Relationship Type="http://schemas.openxmlformats.org/officeDocument/2006/relationships/slideMaster" Target="/ppt/slideMasters/slideMaster1.xml" Id="Rcf9b34ba94a9480c" /><Relationship Type="http://schemas.openxmlformats.org/officeDocument/2006/relationships/notesMaster" Target="/ppt/notesMasters/notesMaster1.xml" Id="R5bab036d5a1b47ce" /><Relationship Type="http://schemas.openxmlformats.org/officeDocument/2006/relationships/presProps" Target="/ppt/presProps.xml" Id="R4aee33b3980c40ca" /><Relationship Type="http://schemas.openxmlformats.org/officeDocument/2006/relationships/tableStyles" Target="/ppt/tableStyles.xml" Id="R62540e3317654bd3" /><Relationship Type="http://schemas.openxmlformats.org/officeDocument/2006/relationships/slide" Target="/ppt/slides/slide1.xml" Id="Rb5722c7ec3e548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eb0046b88745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8d132a4a4a4739" /><Relationship Type="http://schemas.openxmlformats.org/officeDocument/2006/relationships/notesMaster" Target="/ppt/notesMasters/notesMaster1.xml" Id="R0d5f813b63e441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5dd38fa89c4c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ea840bab5b4408" /><Relationship Type="http://schemas.openxmlformats.org/officeDocument/2006/relationships/slideLayout" Target="/ppt/slideLayouts/slideLayout1.xml" Id="R0761a2333e774f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a2333e774f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b4c42117445d9" /><Relationship Type="http://schemas.openxmlformats.org/officeDocument/2006/relationships/notesSlide" Target="/ppt/notesSlides/notesSlide1.xml" Id="R7d402ff7f9aa4d4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title-block-eyebrow">
            <a:extLst xmlns:a="http://schemas.openxmlformats.org/drawingml/2006/main">
              <a:ext uri="{FF2B5EF4-FFF2-40B4-BE49-F238E27FC236}">
                <a16:creationId xmlns:a16="http://schemas.microsoft.com/office/drawing/2014/main" id="{606C4EC6-FCBD-4928-9CBC-FCE82BDC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38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CUSTOM SIZE CHECK</a:t>
            </a:r>
          </a:p>
        </p:txBody>
      </p:sp>
      <p:sp>
        <p:nvSpPr>
          <p:cNvPr id="2" name="judgmentkit-title-block-title">
            <a:extLst xmlns:a="http://schemas.openxmlformats.org/drawingml/2006/main">
              <a:ext uri="{FF2B5EF4-FFF2-40B4-BE49-F238E27FC236}">
                <a16:creationId xmlns:a16="http://schemas.microsoft.com/office/drawing/2014/main" id="{BA576CB5-A087-4AE1-A3DE-74D52104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3820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chemeClr val="tx1"/>
                </a:solidFill>
              </a:defRPr>
            </a:pPr>
            <a:r>
              <a:t>A 4:3 deck should not inherit widescreen component defaults</a:t>
            </a:r>
          </a:p>
        </p:txBody>
      </p:sp>
      <p:sp>
        <p:nvSpPr>
          <p:cNvPr id="3" name="judgmentkit-title-block-subtitle">
            <a:extLst xmlns:a="http://schemas.openxmlformats.org/drawingml/2006/main">
              <a:ext uri="{FF2B5EF4-FFF2-40B4-BE49-F238E27FC236}">
                <a16:creationId xmlns:a16="http://schemas.microsoft.com/office/drawing/2014/main" id="{F497C5DA-968F-4500-A365-9B64BEE1C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647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chemeClr val="tx2"/>
                </a:solidFill>
              </a:defRPr>
            </a:pPr>
            <a:r>
              <a:t>Default content frames and component widths should match the 1024 by 768 canvas.</a:t>
            </a:r>
          </a:p>
        </p:txBody>
      </p:sp>
      <p:sp>
        <p:nvSpPr>
          <p:cNvPr id="4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35257707-F92D-406B-873E-89BB105E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5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CC8E3976-97A2-447B-85DD-2A4C06EF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Canvas</a:t>
            </a:r>
          </a:p>
        </p:txBody>
      </p:sp>
      <p:sp>
        <p:nvSpPr>
          <p:cNvPr id="6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803D4DB1-4575-48E3-8C83-71B1F5D5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4:3</a:t>
            </a:r>
          </a:p>
        </p:txBody>
      </p:sp>
      <p:sp>
        <p:nvSpPr>
          <p:cNvPr id="7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731DE276-5343-45BC-9376-8D1190B2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1024 by 768</a:t>
            </a:r>
          </a:p>
        </p:txBody>
      </p:sp>
      <p:sp>
        <p:nvSpPr>
          <p:cNvPr id="8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CD133DD0-3B02-4FC0-B33C-07D18121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965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9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279D13E8-902C-4D65-944D-FDA54677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Content</a:t>
            </a:r>
          </a:p>
        </p:txBody>
      </p:sp>
      <p:sp>
        <p:nvSpPr>
          <p:cNvPr id="10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4B5B0D34-0456-4168-BAA9-3E6AFD38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880</a:t>
            </a:r>
          </a:p>
        </p:txBody>
      </p:sp>
      <p:sp>
        <p:nvSpPr>
          <p:cNvPr id="11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6E689B40-7264-49B1-A7B5-B006785C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Scoped frame width</a:t>
            </a:r>
          </a:p>
        </p:txBody>
      </p:sp>
      <p:sp>
        <p:nvSpPr>
          <p:cNvPr id="12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653CF156-AAA9-477F-BE22-D5B41094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3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A8FF3E4A-0D95-47CA-BFDA-BD17D591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Margin</a:t>
            </a:r>
          </a:p>
        </p:txBody>
      </p:sp>
      <p:sp>
        <p:nvSpPr>
          <p:cNvPr id="14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86E18ADB-4BFF-4422-8DDF-94B7B0C9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72</a:t>
            </a:r>
          </a:p>
        </p:txBody>
      </p:sp>
      <p:sp>
        <p:nvSpPr>
          <p:cNvPr id="15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FD8C19B9-E4CA-41CB-BBCD-3EE77078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Equal left and right</a:t>
            </a:r>
          </a:p>
        </p:txBody>
      </p:sp>
      <p:sp>
        <p:nvSpPr>
          <p:cNvPr id="16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DCBFC71A-CFEE-4FFA-979C-79621479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8382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7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86909472-E277-477C-88F6-3D70FFCC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8039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Expected visual result</a:t>
            </a:r>
          </a:p>
        </p:txBody>
      </p:sp>
      <p:sp>
        <p:nvSpPr>
          <p:cNvPr id="18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58B250A4-20EA-4F8F-B2B9-35AAD62C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95950"/>
            <a:ext cx="80391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 three tiles should align within the narrower canvas.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 evidence panel should end before the right edge.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No text should wrap into adjacent elements.</a:t>
            </a:r>
          </a:p>
        </p:txBody>
      </p:sp>
    </p:spTree>
    <p:extLst>
      <p:ext uri="{BB962C8B-B14F-4D97-AF65-F5344CB8AC3E}">
        <p14:creationId xmlns:p14="http://schemas.microsoft.com/office/powerpoint/2010/main" val="1976996250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2026-07-04T17:45:50.1270000Z</dcterms:created>
  <dcterms:modified xsi:type="dcterms:W3CDTF">2026-07-04T17:45:50.1270000Z</dcterms:modified>
</coreProperties>
</file>