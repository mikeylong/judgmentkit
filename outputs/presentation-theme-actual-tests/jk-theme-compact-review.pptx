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a8d6f2713b47e6" /><Relationship Type="http://schemas.openxmlformats.org/officeDocument/2006/relationships/extended-properties" Target="/docProps/app.xml" Id="Rd9decf68a5c54d37" /><Relationship Type="http://schemas.openxmlformats.org/officeDocument/2006/relationships/officeDocument" Target="/ppt/presentation.xml" Id="R91054d67a48b48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6f6e77e126416e"/>
  </p:sldMasterIdLst>
  <p:notesMasterIdLst>
    <p:notesMasterId xmlns:r="http://schemas.openxmlformats.org/officeDocument/2006/relationships" r:id="R9e652d3088b24a44"/>
  </p:notesMasterIdLst>
  <p:sldIdLst>
    <p:sldId xmlns:r="http://schemas.openxmlformats.org/officeDocument/2006/relationships" id="256" r:id="R7787ed70e6604933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34b19138c0446b" /><Relationship Type="http://schemas.openxmlformats.org/officeDocument/2006/relationships/slideMaster" Target="/ppt/slideMasters/slideMaster1.xml" Id="R186f6e77e126416e" /><Relationship Type="http://schemas.openxmlformats.org/officeDocument/2006/relationships/notesMaster" Target="/ppt/notesMasters/notesMaster1.xml" Id="R9e652d3088b24a44" /><Relationship Type="http://schemas.openxmlformats.org/officeDocument/2006/relationships/presProps" Target="/ppt/presProps.xml" Id="R57a3254d5cc543a0" /><Relationship Type="http://schemas.openxmlformats.org/officeDocument/2006/relationships/tableStyles" Target="/ppt/tableStyles.xml" Id="R870f1487911346db" /><Relationship Type="http://schemas.openxmlformats.org/officeDocument/2006/relationships/slide" Target="/ppt/slides/slide1.xml" Id="R7787ed70e66049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120261515848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JudgmentKit Light">
      <a:dk1>
        <a:srgbClr val="171717"/>
      </a:dk1>
      <a:lt1>
        <a:srgbClr val="F8F7F2"/>
      </a:lt1>
      <a:dk2>
        <a:srgbClr val="61615C"/>
      </a:dk2>
      <a:lt2>
        <a:srgbClr val="FFFFFF"/>
      </a:lt2>
      <a:accent1>
        <a:srgbClr val="245F73"/>
      </a:accent1>
      <a:accent2>
        <a:srgbClr val="23615F"/>
      </a:accent2>
      <a:accent3>
        <a:srgbClr val="2E6B48"/>
      </a:accent3>
      <a:accent4>
        <a:srgbClr val="8A5A16"/>
      </a:accent4>
      <a:accent5>
        <a:srgbClr val="8F342F"/>
      </a:accent5>
      <a:accent6>
        <a:srgbClr val="D7D3C8"/>
      </a:accent6>
      <a:hlink>
        <a:srgbClr val="245F73"/>
      </a:hlink>
      <a:folHlink>
        <a:srgbClr val="23615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udgmentKit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a9344c2fa544b2" /><Relationship Type="http://schemas.openxmlformats.org/officeDocument/2006/relationships/notesMaster" Target="/ppt/notesMasters/notesMaster1.xml" Id="R701f3ef124ac45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353613a7a4d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444670151e417a" /><Relationship Type="http://schemas.openxmlformats.org/officeDocument/2006/relationships/slideLayout" Target="/ppt/slideLayouts/slideLayout1.xml" Id="Rba416713c4174c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416713c4174c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JudgmentKit Light">
      <a:dk1>
        <a:srgbClr val="171717"/>
      </a:dk1>
      <a:lt1>
        <a:srgbClr val="F8F7F2"/>
      </a:lt1>
      <a:dk2>
        <a:srgbClr val="61615C"/>
      </a:dk2>
      <a:lt2>
        <a:srgbClr val="FFFFFF"/>
      </a:lt2>
      <a:accent1>
        <a:srgbClr val="245F73"/>
      </a:accent1>
      <a:accent2>
        <a:srgbClr val="23615F"/>
      </a:accent2>
      <a:accent3>
        <a:srgbClr val="2E6B48"/>
      </a:accent3>
      <a:accent4>
        <a:srgbClr val="8A5A16"/>
      </a:accent4>
      <a:accent5>
        <a:srgbClr val="8F342F"/>
      </a:accent5>
      <a:accent6>
        <a:srgbClr val="D7D3C8"/>
      </a:accent6>
      <a:hlink>
        <a:srgbClr val="245F73"/>
      </a:hlink>
      <a:folHlink>
        <a:srgbClr val="23615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udgmentKit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d23bb9bbc4de8" /><Relationship Type="http://schemas.openxmlformats.org/officeDocument/2006/relationships/notesSlide" Target="/ppt/notesSlides/notesSlide1.xml" Id="Rb9539b041cb74c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judgmentkit-section-header-label">
            <a:extLst xmlns:a="http://schemas.openxmlformats.org/drawingml/2006/main">
              <a:ext uri="{FF2B5EF4-FFF2-40B4-BE49-F238E27FC236}">
                <a16:creationId xmlns:a16="http://schemas.microsoft.com/office/drawing/2014/main" id="{D4876E1D-8DCD-47F7-9E63-A2E04A3C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77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COMPACT REVIEW</a:t>
            </a:r>
          </a:p>
        </p:txBody>
      </p:sp>
      <p:sp>
        <p:nvSpPr>
          <p:cNvPr id="2" name="judgmentkit-section-header-title">
            <a:extLst xmlns:a="http://schemas.openxmlformats.org/drawingml/2006/main">
              <a:ext uri="{FF2B5EF4-FFF2-40B4-BE49-F238E27FC236}">
                <a16:creationId xmlns:a16="http://schemas.microsoft.com/office/drawing/2014/main" id="{D81F20D7-53A4-483C-A1FB-27BD64ED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772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chemeClr val="tx1"/>
                </a:solidFill>
              </a:defRPr>
            </a:pPr>
            <a:r>
              <a:t>Compact review needs density controls</a:t>
            </a:r>
          </a:p>
        </p:txBody>
      </p:sp>
      <p:sp>
        <p:nvSpPr>
          <p:cNvPr id="3" name="judgmentkit-evidence-panel-surface">
            <a:extLst xmlns:a="http://schemas.openxmlformats.org/drawingml/2006/main">
              <a:ext uri="{FF2B5EF4-FFF2-40B4-BE49-F238E27FC236}">
                <a16:creationId xmlns:a16="http://schemas.microsoft.com/office/drawing/2014/main" id="{AE53ACAB-9992-4709-832C-25AECBFC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7719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4" name="judgmentkit-evidence-panel-title">
            <a:extLst xmlns:a="http://schemas.openxmlformats.org/drawingml/2006/main">
              <a:ext uri="{FF2B5EF4-FFF2-40B4-BE49-F238E27FC236}">
                <a16:creationId xmlns:a16="http://schemas.microsoft.com/office/drawing/2014/main" id="{5DC8F93F-8078-4085-8C67-2CF4B50E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t>Decision evidence</a:t>
            </a:r>
          </a:p>
        </p:txBody>
      </p:sp>
      <p:sp>
        <p:nvSpPr>
          <p:cNvPr id="5" name="judgmentkit-evidence-panel-body">
            <a:extLst xmlns:a="http://schemas.openxmlformats.org/drawingml/2006/main">
              <a:ext uri="{FF2B5EF4-FFF2-40B4-BE49-F238E27FC236}">
                <a16:creationId xmlns:a16="http://schemas.microsoft.com/office/drawing/2014/main" id="{196C33E5-8CEB-4BB6-8FA8-652ED872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34290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Primary claim is supported.</a:t>
            </a:r>
          </a:p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Temperature trace stayed within bounds.</a:t>
            </a:r>
          </a:p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Handoff owner is named.</a:t>
            </a:r>
          </a:p>
        </p:txBody>
      </p:sp>
      <p:sp>
        <p:nvSpPr>
          <p:cNvPr id="6" name="judgmentkit-risk-callout-surface">
            <a:extLst xmlns:a="http://schemas.openxmlformats.org/drawingml/2006/main">
              <a:ext uri="{FF2B5EF4-FFF2-40B4-BE49-F238E27FC236}">
                <a16:creationId xmlns:a16="http://schemas.microsoft.com/office/drawing/2014/main" id="{90C9A690-DA01-4F0A-8748-4F6A44CD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428750"/>
            <a:ext cx="37338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7" name="judgmentkit-risk-callout-title">
            <a:extLst xmlns:a="http://schemas.openxmlformats.org/drawingml/2006/main">
              <a:ext uri="{FF2B5EF4-FFF2-40B4-BE49-F238E27FC236}">
                <a16:creationId xmlns:a16="http://schemas.microsoft.com/office/drawing/2014/main" id="{77EFA9A0-C1E1-4A7A-8368-F4D20830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00200"/>
            <a:ext cx="3390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t>Watch</a:t>
            </a:r>
          </a:p>
        </p:txBody>
      </p:sp>
      <p:sp>
        <p:nvSpPr>
          <p:cNvPr id="8" name="judgmentkit-risk-callout-body">
            <a:extLst xmlns:a="http://schemas.openxmlformats.org/drawingml/2006/main">
              <a:ext uri="{FF2B5EF4-FFF2-40B4-BE49-F238E27FC236}">
                <a16:creationId xmlns:a16="http://schemas.microsoft.com/office/drawing/2014/main" id="{987A386E-200F-404E-B08C-79EFE621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57400"/>
            <a:ext cx="33909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Longer evidence copy can run close to the panel edge.</a:t>
            </a:r>
          </a:p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Small labels become hard to read on the compact canvas.</a:t>
            </a:r>
          </a:p>
        </p:txBody>
      </p:sp>
      <p:sp>
        <p:nvSpPr>
          <p:cNvPr id="9" name="judgmentkit-status-pill-surface">
            <a:extLst xmlns:a="http://schemas.openxmlformats.org/drawingml/2006/main">
              <a:ext uri="{FF2B5EF4-FFF2-40B4-BE49-F238E27FC236}">
                <a16:creationId xmlns:a16="http://schemas.microsoft.com/office/drawing/2014/main" id="{532C3DD5-6C82-4192-B554-1E6AB569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4"/>
            </a:solidFill>
            <a:prstDash val="solid"/>
          </a:ln>
        </p:spPr>
      </p:sp>
      <p:sp>
        <p:nvSpPr>
          <p:cNvPr id="10" name="judgmentkit-status-pill-label">
            <a:extLst xmlns:a="http://schemas.openxmlformats.org/drawingml/2006/main">
              <a:ext uri="{FF2B5EF4-FFF2-40B4-BE49-F238E27FC236}">
                <a16:creationId xmlns:a16="http://schemas.microsoft.com/office/drawing/2014/main" id="{AB69DDB7-7D6C-4D74-ADFA-E4CB945A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15049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chemeClr val="accent4"/>
                </a:solidFill>
              </a:defRPr>
            </a:pPr>
            <a:r>
              <a:t>Needs readback</a:t>
            </a:r>
          </a:p>
        </p:txBody>
      </p:sp>
      <p:sp>
        <p:nvSpPr>
          <p:cNvPr id="11" name="judgmentkit-handoff-receipt-surface">
            <a:extLst xmlns:a="http://schemas.openxmlformats.org/drawingml/2006/main">
              <a:ext uri="{FF2B5EF4-FFF2-40B4-BE49-F238E27FC236}">
                <a16:creationId xmlns:a16="http://schemas.microsoft.com/office/drawing/2014/main" id="{82E209C9-57A7-4981-AAB1-D68FEDB3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86150"/>
            <a:ext cx="5772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12" name="judgmentkit-handoff-receipt-title">
            <a:extLst xmlns:a="http://schemas.openxmlformats.org/drawingml/2006/main">
              <a:ext uri="{FF2B5EF4-FFF2-40B4-BE49-F238E27FC236}">
                <a16:creationId xmlns:a16="http://schemas.microsoft.com/office/drawing/2014/main" id="{FD337B61-C6C3-421B-A657-E889C198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542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t>Exit state</a:t>
            </a:r>
          </a:p>
        </p:txBody>
      </p:sp>
      <p:sp>
        <p:nvSpPr>
          <p:cNvPr id="13" name="judgmentkit-handoff-receipt-body">
            <a:extLst xmlns:a="http://schemas.openxmlformats.org/drawingml/2006/main">
              <a:ext uri="{FF2B5EF4-FFF2-40B4-BE49-F238E27FC236}">
                <a16:creationId xmlns:a16="http://schemas.microsoft.com/office/drawing/2014/main" id="{F8E22ED8-F203-4C68-9FBC-4C660EC3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14800"/>
            <a:ext cx="5429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Reviewer leaves with a clear decision, a named owner, and a short evidence trail.</a:t>
            </a:r>
          </a:p>
        </p:txBody>
      </p:sp>
    </p:spTree>
    <p:extLst>
      <p:ext uri="{BB962C8B-B14F-4D97-AF65-F5344CB8AC3E}">
        <p14:creationId xmlns:p14="http://schemas.microsoft.com/office/powerpoint/2010/main" val="941638558"/>
      </p:ext>
    </p:extLst>
  </p:cSld>
</p:sld>
</file>

<file path=ppt/theme/theme1.xml><?xml version="1.0" encoding="utf-8"?>
<a:theme xmlns:a="http://schemas.openxmlformats.org/drawingml/2006/main" name="ChatGPT">
  <a:themeElements>
    <a:clrScheme name="JudgmentKit Light">
      <a:dk1>
        <a:srgbClr val="171717"/>
      </a:dk1>
      <a:lt1>
        <a:srgbClr val="F8F7F2"/>
      </a:lt1>
      <a:dk2>
        <a:srgbClr val="61615C"/>
      </a:dk2>
      <a:lt2>
        <a:srgbClr val="FFFFFF"/>
      </a:lt2>
      <a:accent1>
        <a:srgbClr val="245F73"/>
      </a:accent1>
      <a:accent2>
        <a:srgbClr val="23615F"/>
      </a:accent2>
      <a:accent3>
        <a:srgbClr val="2E6B48"/>
      </a:accent3>
      <a:accent4>
        <a:srgbClr val="8A5A16"/>
      </a:accent4>
      <a:accent5>
        <a:srgbClr val="8F342F"/>
      </a:accent5>
      <a:accent6>
        <a:srgbClr val="D7D3C8"/>
      </a:accent6>
      <a:hlink>
        <a:srgbClr val="245F73"/>
      </a:hlink>
      <a:folHlink>
        <a:srgbClr val="23615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udgmentKit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2026-07-04T17:45:50.2820000Z</dcterms:created>
  <dcterms:modified xsi:type="dcterms:W3CDTF">2026-07-04T17:45:50.2820000Z</dcterms:modified>
</coreProperties>
</file>