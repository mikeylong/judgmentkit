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357fe4079a4f05" /><Relationship Type="http://schemas.openxmlformats.org/officeDocument/2006/relationships/extended-properties" Target="/docProps/app.xml" Id="R081fe9b1c00c4b1c" /><Relationship Type="http://schemas.openxmlformats.org/officeDocument/2006/relationships/officeDocument" Target="/ppt/presentation.xml" Id="R8340986c23f347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70bb89fa824e24"/>
  </p:sldMasterIdLst>
  <p:notesMasterIdLst>
    <p:notesMasterId xmlns:r="http://schemas.openxmlformats.org/officeDocument/2006/relationships" r:id="R8e0c67c40ae34565"/>
  </p:notesMasterIdLst>
  <p:sldIdLst>
    <p:sldId xmlns:r="http://schemas.openxmlformats.org/officeDocument/2006/relationships" id="256" r:id="Raed654accca8453e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9c596825774a41" /><Relationship Type="http://schemas.openxmlformats.org/officeDocument/2006/relationships/slideMaster" Target="/ppt/slideMasters/slideMaster1.xml" Id="R3b70bb89fa824e24" /><Relationship Type="http://schemas.openxmlformats.org/officeDocument/2006/relationships/notesMaster" Target="/ppt/notesMasters/notesMaster1.xml" Id="R8e0c67c40ae34565" /><Relationship Type="http://schemas.openxmlformats.org/officeDocument/2006/relationships/presProps" Target="/ppt/presProps.xml" Id="R0d15189c69d54ba4" /><Relationship Type="http://schemas.openxmlformats.org/officeDocument/2006/relationships/tableStyles" Target="/ppt/tableStyles.xml" Id="R54b6337383474161" /><Relationship Type="http://schemas.openxmlformats.org/officeDocument/2006/relationships/slide" Target="/ppt/slides/slide1.xml" Id="Raed654accca845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a5f412c92041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3e43720f584ad0" /><Relationship Type="http://schemas.openxmlformats.org/officeDocument/2006/relationships/notesMaster" Target="/ppt/notesMasters/notesMaster1.xml" Id="Ra4df6ff142e845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35fb19723745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efd3d5e1044959" /><Relationship Type="http://schemas.openxmlformats.org/officeDocument/2006/relationships/slideLayout" Target="/ppt/slideLayouts/slideLayout1.xml" Id="R1a19761e461743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19761e461743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17250399e94ce2" /><Relationship Type="http://schemas.openxmlformats.org/officeDocument/2006/relationships/notesSlide" Target="/ppt/notesSlides/notesSlide1.xml" Id="R3fb2c114943c4a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C365B9C4-A22D-4784-BD4B-5A9E2F3D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772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COMPACT REVIEW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EE6FFE86-26A9-4161-87EC-9B68C254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7772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Compact review needs density controls</a:t>
            </a:r>
          </a:p>
        </p:txBody>
      </p:sp>
      <p:sp>
        <p:nvSpPr>
          <p:cNvPr id="3" name="judgmentkit-evidence-panel-surface">
            <a:extLst xmlns:a="http://schemas.openxmlformats.org/drawingml/2006/main">
              <a:ext uri="{FF2B5EF4-FFF2-40B4-BE49-F238E27FC236}">
                <a16:creationId xmlns:a16="http://schemas.microsoft.com/office/drawing/2014/main" id="{EF51C22F-B9B7-4F1D-8F7B-2496AF08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37719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4" name="judgmentkit-evidence-panel-title">
            <a:extLst xmlns:a="http://schemas.openxmlformats.org/drawingml/2006/main">
              <a:ext uri="{FF2B5EF4-FFF2-40B4-BE49-F238E27FC236}">
                <a16:creationId xmlns:a16="http://schemas.microsoft.com/office/drawing/2014/main" id="{3714399A-3568-4697-BCF4-ED24BC79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3429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Decision evidence</a:t>
            </a:r>
          </a:p>
        </p:txBody>
      </p:sp>
      <p:sp>
        <p:nvSpPr>
          <p:cNvPr id="5" name="judgmentkit-evidence-panel-body">
            <a:extLst xmlns:a="http://schemas.openxmlformats.org/drawingml/2006/main">
              <a:ext uri="{FF2B5EF4-FFF2-40B4-BE49-F238E27FC236}">
                <a16:creationId xmlns:a16="http://schemas.microsoft.com/office/drawing/2014/main" id="{7BC12897-3E6A-45F0-94B0-AA1AF23C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34290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Primary claim is supported.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Temperature trace stayed within bounds.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Handoff owner is named.</a:t>
            </a:r>
          </a:p>
        </p:txBody>
      </p:sp>
      <p:sp>
        <p:nvSpPr>
          <p:cNvPr id="6" name="judgmentkit-risk-callout-surface">
            <a:extLst xmlns:a="http://schemas.openxmlformats.org/drawingml/2006/main">
              <a:ext uri="{FF2B5EF4-FFF2-40B4-BE49-F238E27FC236}">
                <a16:creationId xmlns:a16="http://schemas.microsoft.com/office/drawing/2014/main" id="{8A3FBC88-7C2F-44E3-9FFA-7D8C4984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428750"/>
            <a:ext cx="37338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7" name="judgmentkit-risk-callout-title">
            <a:extLst xmlns:a="http://schemas.openxmlformats.org/drawingml/2006/main">
              <a:ext uri="{FF2B5EF4-FFF2-40B4-BE49-F238E27FC236}">
                <a16:creationId xmlns:a16="http://schemas.microsoft.com/office/drawing/2014/main" id="{521D062E-F03F-4B95-B33B-4E7DBCC2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00200"/>
            <a:ext cx="339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Watch</a:t>
            </a:r>
          </a:p>
        </p:txBody>
      </p:sp>
      <p:sp>
        <p:nvSpPr>
          <p:cNvPr id="8" name="judgmentkit-risk-callout-body">
            <a:extLst xmlns:a="http://schemas.openxmlformats.org/drawingml/2006/main">
              <a:ext uri="{FF2B5EF4-FFF2-40B4-BE49-F238E27FC236}">
                <a16:creationId xmlns:a16="http://schemas.microsoft.com/office/drawing/2014/main" id="{2FF18838-2609-4AC8-BCE3-4F4B9CE9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57400"/>
            <a:ext cx="3390900" cy="1085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Longer evidence copy can run close to the panel edge.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Small labels become hard to read on the compact canvas.</a:t>
            </a:r>
          </a:p>
        </p:txBody>
      </p:sp>
      <p:sp>
        <p:nvSpPr>
          <p:cNvPr id="9" name="judgmentkit-status-pill-surface">
            <a:extLst xmlns:a="http://schemas.openxmlformats.org/drawingml/2006/main">
              <a:ext uri="{FF2B5EF4-FFF2-40B4-BE49-F238E27FC236}">
                <a16:creationId xmlns:a16="http://schemas.microsoft.com/office/drawing/2014/main" id="{55768FBF-0B10-4E62-8AB2-599AD28E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733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4"/>
            </a:solidFill>
            <a:prstDash val="solid"/>
          </a:ln>
        </p:spPr>
      </p:sp>
      <p:sp>
        <p:nvSpPr>
          <p:cNvPr id="10" name="judgmentkit-status-pill-label">
            <a:extLst xmlns:a="http://schemas.openxmlformats.org/drawingml/2006/main">
              <a:ext uri="{FF2B5EF4-FFF2-40B4-BE49-F238E27FC236}">
                <a16:creationId xmlns:a16="http://schemas.microsoft.com/office/drawing/2014/main" id="{4F1EE5A7-C6B1-4B4C-B263-6034EFFA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29025"/>
            <a:ext cx="15049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chemeClr val="accent4"/>
                </a:solidFill>
              </a:defRPr>
            </a:pPr>
            <a:r>
              <a:t>Needs readback</a:t>
            </a:r>
          </a:p>
        </p:txBody>
      </p:sp>
      <p:sp>
        <p:nvSpPr>
          <p:cNvPr id="11" name="judgmentkit-handoff-receipt-surface">
            <a:extLst xmlns:a="http://schemas.openxmlformats.org/drawingml/2006/main">
              <a:ext uri="{FF2B5EF4-FFF2-40B4-BE49-F238E27FC236}">
                <a16:creationId xmlns:a16="http://schemas.microsoft.com/office/drawing/2014/main" id="{DCC49BA9-5668-406F-9686-7ADC40A6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86150"/>
            <a:ext cx="57721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2" name="judgmentkit-handoff-receipt-title">
            <a:extLst xmlns:a="http://schemas.openxmlformats.org/drawingml/2006/main">
              <a:ext uri="{FF2B5EF4-FFF2-40B4-BE49-F238E27FC236}">
                <a16:creationId xmlns:a16="http://schemas.microsoft.com/office/drawing/2014/main" id="{4E21C371-8229-4608-90B0-2746CD84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5429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Exit state</a:t>
            </a:r>
          </a:p>
        </p:txBody>
      </p:sp>
      <p:sp>
        <p:nvSpPr>
          <p:cNvPr id="13" name="judgmentkit-handoff-receipt-body">
            <a:extLst xmlns:a="http://schemas.openxmlformats.org/drawingml/2006/main">
              <a:ext uri="{FF2B5EF4-FFF2-40B4-BE49-F238E27FC236}">
                <a16:creationId xmlns:a16="http://schemas.microsoft.com/office/drawing/2014/main" id="{100B6990-1AF4-4B8D-972E-6AB62FDD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14800"/>
            <a:ext cx="5429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Reviewer leaves with a clear decision, a named owner, and a short evidence trail.</a:t>
            </a:r>
          </a:p>
        </p:txBody>
      </p:sp>
    </p:spTree>
    <p:extLst>
      <p:ext uri="{BB962C8B-B14F-4D97-AF65-F5344CB8AC3E}">
        <p14:creationId xmlns:p14="http://schemas.microsoft.com/office/powerpoint/2010/main" val="84168619"/>
      </p:ext>
    </p:extLst>
  </p:cSld>
</p:sld>
</file>

<file path=ppt/theme/theme1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2026-07-05T01:34:26.1360000Z</dcterms:created>
  <dcterms:modified xsi:type="dcterms:W3CDTF">2026-07-05T01:34:26.1360000Z</dcterms:modified>
</coreProperties>
</file>